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82296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553B"/>
    <a:srgbClr val="173F5E"/>
    <a:srgbClr val="D72727"/>
    <a:srgbClr val="20639B"/>
    <a:srgbClr val="288BDB"/>
    <a:srgbClr val="3BAFA3"/>
    <a:srgbClr val="CAE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729"/>
  </p:normalViewPr>
  <p:slideViewPr>
    <p:cSldViewPr snapToGrid="0">
      <p:cViewPr>
        <p:scale>
          <a:sx n="75" d="100"/>
          <a:sy n="75" d="100"/>
        </p:scale>
        <p:origin x="216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823066"/>
            <a:ext cx="6172200" cy="1750907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641495"/>
            <a:ext cx="6172200" cy="1214225"/>
          </a:xfrm>
        </p:spPr>
        <p:txBody>
          <a:bodyPr/>
          <a:lstStyle>
            <a:lvl1pPr marL="0" indent="0" algn="ctr">
              <a:buNone/>
              <a:defRPr sz="1620"/>
            </a:lvl1pPr>
            <a:lvl2pPr marL="308610" indent="0" algn="ctr">
              <a:buNone/>
              <a:defRPr sz="1350"/>
            </a:lvl2pPr>
            <a:lvl3pPr marL="617220" indent="0" algn="ctr">
              <a:buNone/>
              <a:defRPr sz="1215"/>
            </a:lvl3pPr>
            <a:lvl4pPr marL="925830" indent="0" algn="ctr">
              <a:buNone/>
              <a:defRPr sz="1080"/>
            </a:lvl4pPr>
            <a:lvl5pPr marL="1234440" indent="0" algn="ctr">
              <a:buNone/>
              <a:defRPr sz="1080"/>
            </a:lvl5pPr>
            <a:lvl6pPr marL="1543050" indent="0" algn="ctr">
              <a:buNone/>
              <a:defRPr sz="1080"/>
            </a:lvl6pPr>
            <a:lvl7pPr marL="1851660" indent="0" algn="ctr">
              <a:buNone/>
              <a:defRPr sz="1080"/>
            </a:lvl7pPr>
            <a:lvl8pPr marL="2160270" indent="0" algn="ctr">
              <a:buNone/>
              <a:defRPr sz="1080"/>
            </a:lvl8pPr>
            <a:lvl9pPr marL="2468880" indent="0" algn="ctr">
              <a:buNone/>
              <a:defRPr sz="1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066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6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499" y="1253808"/>
            <a:ext cx="7098030" cy="2092007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499" y="3365607"/>
            <a:ext cx="7098030" cy="1100137"/>
          </a:xfrm>
        </p:spPr>
        <p:txBody>
          <a:bodyPr/>
          <a:lstStyle>
            <a:lvl1pPr marL="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1pPr>
            <a:lvl2pPr marL="30861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2pPr>
            <a:lvl3pPr marL="617220" indent="0">
              <a:buNone/>
              <a:defRPr sz="1215">
                <a:solidFill>
                  <a:schemeClr val="tx1">
                    <a:tint val="82000"/>
                  </a:schemeClr>
                </a:solidFill>
              </a:defRPr>
            </a:lvl3pPr>
            <a:lvl4pPr marL="92583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4pPr>
            <a:lvl5pPr marL="12344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5pPr>
            <a:lvl6pPr marL="154305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6pPr>
            <a:lvl7pPr marL="185166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7pPr>
            <a:lvl8pPr marL="216027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8pPr>
            <a:lvl9pPr marL="246888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05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5785" y="1338792"/>
            <a:ext cx="349758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66235" y="1338792"/>
            <a:ext cx="349758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267758"/>
            <a:ext cx="709803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857" y="1232853"/>
            <a:ext cx="3481506" cy="60420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857" y="1837055"/>
            <a:ext cx="3481506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66235" y="1232853"/>
            <a:ext cx="3498652" cy="604202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66235" y="1837055"/>
            <a:ext cx="3498652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1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1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35280"/>
            <a:ext cx="2654260" cy="117348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8652" y="724112"/>
            <a:ext cx="4166235" cy="3573992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508760"/>
            <a:ext cx="2654260" cy="2795165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8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857" y="335280"/>
            <a:ext cx="2654260" cy="117348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98652" y="724112"/>
            <a:ext cx="4166235" cy="3573992"/>
          </a:xfrm>
        </p:spPr>
        <p:txBody>
          <a:bodyPr anchor="t"/>
          <a:lstStyle>
            <a:lvl1pPr marL="0" indent="0">
              <a:buNone/>
              <a:defRPr sz="2160"/>
            </a:lvl1pPr>
            <a:lvl2pPr marL="308610" indent="0">
              <a:buNone/>
              <a:defRPr sz="1890"/>
            </a:lvl2pPr>
            <a:lvl3pPr marL="617220" indent="0">
              <a:buNone/>
              <a:defRPr sz="1620"/>
            </a:lvl3pPr>
            <a:lvl4pPr marL="925830" indent="0">
              <a:buNone/>
              <a:defRPr sz="1350"/>
            </a:lvl4pPr>
            <a:lvl5pPr marL="1234440" indent="0">
              <a:buNone/>
              <a:defRPr sz="1350"/>
            </a:lvl5pPr>
            <a:lvl6pPr marL="1543050" indent="0">
              <a:buNone/>
              <a:defRPr sz="1350"/>
            </a:lvl6pPr>
            <a:lvl7pPr marL="1851660" indent="0">
              <a:buNone/>
              <a:defRPr sz="1350"/>
            </a:lvl7pPr>
            <a:lvl8pPr marL="2160270" indent="0">
              <a:buNone/>
              <a:defRPr sz="1350"/>
            </a:lvl8pPr>
            <a:lvl9pPr marL="2468880" indent="0">
              <a:buNone/>
              <a:defRPr sz="13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857" y="1508760"/>
            <a:ext cx="2654260" cy="2795165"/>
          </a:xfrm>
        </p:spPr>
        <p:txBody>
          <a:bodyPr/>
          <a:lstStyle>
            <a:lvl1pPr marL="0" indent="0">
              <a:buNone/>
              <a:defRPr sz="1080"/>
            </a:lvl1pPr>
            <a:lvl2pPr marL="308610" indent="0">
              <a:buNone/>
              <a:defRPr sz="945"/>
            </a:lvl2pPr>
            <a:lvl3pPr marL="617220" indent="0">
              <a:buNone/>
              <a:defRPr sz="810"/>
            </a:lvl3pPr>
            <a:lvl4pPr marL="925830" indent="0">
              <a:buNone/>
              <a:defRPr sz="675"/>
            </a:lvl4pPr>
            <a:lvl5pPr marL="1234440" indent="0">
              <a:buNone/>
              <a:defRPr sz="675"/>
            </a:lvl5pPr>
            <a:lvl6pPr marL="1543050" indent="0">
              <a:buNone/>
              <a:defRPr sz="675"/>
            </a:lvl6pPr>
            <a:lvl7pPr marL="1851660" indent="0">
              <a:buNone/>
              <a:defRPr sz="675"/>
            </a:lvl7pPr>
            <a:lvl8pPr marL="2160270" indent="0">
              <a:buNone/>
              <a:defRPr sz="675"/>
            </a:lvl8pPr>
            <a:lvl9pPr marL="246888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64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2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89307" y="267758"/>
            <a:ext cx="1774508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785" y="267758"/>
            <a:ext cx="5220653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785" y="267758"/>
            <a:ext cx="709803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785" y="1338792"/>
            <a:ext cx="709803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5785" y="4661324"/>
            <a:ext cx="185166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A83A31-384A-C54B-9760-97D364880085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26055" y="4661324"/>
            <a:ext cx="277749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12155" y="4661324"/>
            <a:ext cx="185166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0FFE0-456D-6C4C-BD5D-5C2E3BC83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7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17220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7220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291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77152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4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35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6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220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22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888D9443-5EE6-8B6C-58DE-45F7B65CE9F1}"/>
              </a:ext>
            </a:extLst>
          </p:cNvPr>
          <p:cNvSpPr>
            <a:spLocks noChangeAspect="1"/>
          </p:cNvSpPr>
          <p:nvPr/>
        </p:nvSpPr>
        <p:spPr>
          <a:xfrm rot="17939198">
            <a:off x="3262128" y="2263688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6A0698-7FB1-EE93-3756-92FA41D83A16}"/>
              </a:ext>
            </a:extLst>
          </p:cNvPr>
          <p:cNvSpPr>
            <a:spLocks noChangeAspect="1"/>
          </p:cNvSpPr>
          <p:nvPr/>
        </p:nvSpPr>
        <p:spPr>
          <a:xfrm rot="17939198">
            <a:off x="2397131" y="2941413"/>
            <a:ext cx="551775" cy="548640"/>
          </a:xfrm>
          <a:prstGeom prst="ellipse">
            <a:avLst/>
          </a:prstGeom>
          <a:solidFill>
            <a:srgbClr val="EE553B"/>
          </a:solidFill>
          <a:ln w="28575">
            <a:solidFill>
              <a:srgbClr val="173F5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FF2FCB-85CE-641A-72E2-1238385F06DD}"/>
              </a:ext>
            </a:extLst>
          </p:cNvPr>
          <p:cNvSpPr>
            <a:spLocks noChangeAspect="1"/>
          </p:cNvSpPr>
          <p:nvPr/>
        </p:nvSpPr>
        <p:spPr>
          <a:xfrm rot="17939198">
            <a:off x="2243105" y="4044203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834930F-5F6C-9E8B-D62F-F35FF8CDD48A}"/>
              </a:ext>
            </a:extLst>
          </p:cNvPr>
          <p:cNvSpPr>
            <a:spLocks noChangeAspect="1"/>
          </p:cNvSpPr>
          <p:nvPr/>
        </p:nvSpPr>
        <p:spPr>
          <a:xfrm rot="17939198">
            <a:off x="956195" y="4125916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672825B-636C-E31B-4600-78589407D7C5}"/>
              </a:ext>
            </a:extLst>
          </p:cNvPr>
          <p:cNvCxnSpPr>
            <a:cxnSpLocks/>
            <a:stCxn id="13" idx="5"/>
            <a:endCxn id="8" idx="1"/>
          </p:cNvCxnSpPr>
          <p:nvPr/>
        </p:nvCxnSpPr>
        <p:spPr>
          <a:xfrm>
            <a:off x="1496295" y="4323593"/>
            <a:ext cx="758485" cy="71573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B318517-C73B-5572-9937-4CBB9AE1E56A}"/>
              </a:ext>
            </a:extLst>
          </p:cNvPr>
          <p:cNvCxnSpPr>
            <a:cxnSpLocks/>
            <a:stCxn id="8" idx="7"/>
            <a:endCxn id="7" idx="2"/>
          </p:cNvCxnSpPr>
          <p:nvPr/>
        </p:nvCxnSpPr>
        <p:spPr>
          <a:xfrm flipV="1">
            <a:off x="2443855" y="3457061"/>
            <a:ext cx="95467" cy="596817"/>
          </a:xfrm>
          <a:prstGeom prst="line">
            <a:avLst/>
          </a:prstGeom>
          <a:ln w="38100">
            <a:solidFill>
              <a:srgbClr val="173F5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F1BF5B3-082C-E7DA-32B9-91D1DEB19CF2}"/>
              </a:ext>
            </a:extLst>
          </p:cNvPr>
          <p:cNvCxnSpPr>
            <a:cxnSpLocks/>
            <a:stCxn id="7" idx="6"/>
            <a:endCxn id="5" idx="1"/>
          </p:cNvCxnSpPr>
          <p:nvPr/>
        </p:nvCxnSpPr>
        <p:spPr>
          <a:xfrm flipV="1">
            <a:off x="2806715" y="2614651"/>
            <a:ext cx="467088" cy="359754"/>
          </a:xfrm>
          <a:prstGeom prst="line">
            <a:avLst/>
          </a:prstGeom>
          <a:ln w="38100">
            <a:solidFill>
              <a:srgbClr val="173F5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32A59E4-ED71-3DBE-890D-462A473856E6}"/>
              </a:ext>
            </a:extLst>
          </p:cNvPr>
          <p:cNvSpPr>
            <a:spLocks noChangeAspect="1"/>
          </p:cNvSpPr>
          <p:nvPr/>
        </p:nvSpPr>
        <p:spPr>
          <a:xfrm rot="20850751">
            <a:off x="1950011" y="1608153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6F62546-F6BE-1395-D5DF-BFDEF7DD2555}"/>
              </a:ext>
            </a:extLst>
          </p:cNvPr>
          <p:cNvCxnSpPr>
            <a:cxnSpLocks/>
            <a:stCxn id="582" idx="4"/>
            <a:endCxn id="10" idx="0"/>
          </p:cNvCxnSpPr>
          <p:nvPr/>
        </p:nvCxnSpPr>
        <p:spPr>
          <a:xfrm>
            <a:off x="2078705" y="1163678"/>
            <a:ext cx="87879" cy="450964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C8B4E0F-5DF0-BD3D-88CB-CB9EBAA641E1}"/>
              </a:ext>
            </a:extLst>
          </p:cNvPr>
          <p:cNvCxnSpPr>
            <a:cxnSpLocks/>
            <a:stCxn id="10" idx="6"/>
            <a:endCxn id="5" idx="0"/>
          </p:cNvCxnSpPr>
          <p:nvPr/>
        </p:nvCxnSpPr>
        <p:spPr>
          <a:xfrm>
            <a:off x="2495259" y="1822819"/>
            <a:ext cx="802800" cy="582252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EEAF8778-DCD8-E935-3871-DB3D29B9523C}"/>
              </a:ext>
            </a:extLst>
          </p:cNvPr>
          <p:cNvSpPr>
            <a:spLocks noChangeAspect="1"/>
          </p:cNvSpPr>
          <p:nvPr/>
        </p:nvSpPr>
        <p:spPr>
          <a:xfrm rot="17939198">
            <a:off x="3132706" y="3319065"/>
            <a:ext cx="551775" cy="548640"/>
          </a:xfrm>
          <a:prstGeom prst="ellipse">
            <a:avLst/>
          </a:prstGeom>
          <a:solidFill>
            <a:srgbClr val="EE553B">
              <a:alpha val="60000"/>
            </a:srgbClr>
          </a:solidFill>
          <a:ln w="28575">
            <a:solidFill>
              <a:srgbClr val="173F5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9069055-7790-881A-E779-EA2E947EEFF6}"/>
              </a:ext>
            </a:extLst>
          </p:cNvPr>
          <p:cNvCxnSpPr>
            <a:cxnSpLocks/>
            <a:stCxn id="8" idx="5"/>
            <a:endCxn id="102" idx="2"/>
          </p:cNvCxnSpPr>
          <p:nvPr/>
        </p:nvCxnSpPr>
        <p:spPr>
          <a:xfrm flipV="1">
            <a:off x="2783205" y="3834713"/>
            <a:ext cx="491692" cy="407167"/>
          </a:xfrm>
          <a:prstGeom prst="line">
            <a:avLst/>
          </a:prstGeom>
          <a:ln w="38100">
            <a:solidFill>
              <a:srgbClr val="173F5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529C899-FECF-A709-96A3-07563E9A26EE}"/>
              </a:ext>
            </a:extLst>
          </p:cNvPr>
          <p:cNvCxnSpPr>
            <a:cxnSpLocks/>
            <a:stCxn id="102" idx="6"/>
            <a:endCxn id="5" idx="3"/>
          </p:cNvCxnSpPr>
          <p:nvPr/>
        </p:nvCxnSpPr>
        <p:spPr>
          <a:xfrm flipV="1">
            <a:off x="3542290" y="2802653"/>
            <a:ext cx="70863" cy="549404"/>
          </a:xfrm>
          <a:prstGeom prst="line">
            <a:avLst/>
          </a:prstGeom>
          <a:ln w="38100">
            <a:solidFill>
              <a:srgbClr val="173F5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>
            <a:extLst>
              <a:ext uri="{FF2B5EF4-FFF2-40B4-BE49-F238E27FC236}">
                <a16:creationId xmlns:a16="http://schemas.microsoft.com/office/drawing/2014/main" id="{2E60D71E-BB9E-BC6F-005C-49A751A3EEB5}"/>
              </a:ext>
            </a:extLst>
          </p:cNvPr>
          <p:cNvSpPr>
            <a:spLocks noChangeAspect="1"/>
          </p:cNvSpPr>
          <p:nvPr/>
        </p:nvSpPr>
        <p:spPr>
          <a:xfrm rot="17939198">
            <a:off x="4373005" y="2610954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028907FB-D7BD-21DB-B32C-B5AF47E4D56C}"/>
              </a:ext>
            </a:extLst>
          </p:cNvPr>
          <p:cNvSpPr>
            <a:spLocks noChangeAspect="1"/>
          </p:cNvSpPr>
          <p:nvPr/>
        </p:nvSpPr>
        <p:spPr>
          <a:xfrm rot="17939198">
            <a:off x="5585979" y="2369626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85D7F2C9-0366-BD55-F14B-0EC3761E5D1A}"/>
              </a:ext>
            </a:extLst>
          </p:cNvPr>
          <p:cNvSpPr>
            <a:spLocks noChangeAspect="1"/>
          </p:cNvSpPr>
          <p:nvPr/>
        </p:nvSpPr>
        <p:spPr>
          <a:xfrm rot="17939198">
            <a:off x="6989505" y="3749304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781AB216-ACA6-9E6D-F6ED-23851030C99C}"/>
              </a:ext>
            </a:extLst>
          </p:cNvPr>
          <p:cNvSpPr>
            <a:spLocks noChangeAspect="1"/>
          </p:cNvSpPr>
          <p:nvPr/>
        </p:nvSpPr>
        <p:spPr>
          <a:xfrm rot="17939198">
            <a:off x="5066548" y="3590666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20408A6C-8FD9-B14B-A434-3D5803021CC3}"/>
              </a:ext>
            </a:extLst>
          </p:cNvPr>
          <p:cNvSpPr>
            <a:spLocks noChangeAspect="1"/>
          </p:cNvSpPr>
          <p:nvPr/>
        </p:nvSpPr>
        <p:spPr>
          <a:xfrm rot="17939198">
            <a:off x="5979610" y="4099140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694FDB1C-252B-BC42-1830-498DC4E9DEBC}"/>
              </a:ext>
            </a:extLst>
          </p:cNvPr>
          <p:cNvCxnSpPr>
            <a:cxnSpLocks/>
            <a:stCxn id="203" idx="5"/>
            <a:endCxn id="201" idx="1"/>
          </p:cNvCxnSpPr>
          <p:nvPr/>
        </p:nvCxnSpPr>
        <p:spPr>
          <a:xfrm flipV="1">
            <a:off x="6519710" y="4100267"/>
            <a:ext cx="481470" cy="196550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83FEF95-8028-A52E-5008-2FCCEC1C69FF}"/>
              </a:ext>
            </a:extLst>
          </p:cNvPr>
          <p:cNvCxnSpPr>
            <a:cxnSpLocks/>
            <a:stCxn id="202" idx="4"/>
            <a:endCxn id="203" idx="0"/>
          </p:cNvCxnSpPr>
          <p:nvPr/>
        </p:nvCxnSpPr>
        <p:spPr>
          <a:xfrm>
            <a:off x="5582392" y="3997923"/>
            <a:ext cx="433149" cy="242600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95B56AB3-3C43-6584-4715-1AFE06A918D3}"/>
              </a:ext>
            </a:extLst>
          </p:cNvPr>
          <p:cNvCxnSpPr>
            <a:cxnSpLocks/>
            <a:stCxn id="202" idx="7"/>
            <a:endCxn id="197" idx="3"/>
          </p:cNvCxnSpPr>
          <p:nvPr/>
        </p:nvCxnSpPr>
        <p:spPr>
          <a:xfrm flipH="1" flipV="1">
            <a:off x="4724030" y="3149919"/>
            <a:ext cx="543268" cy="450422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16BB21A-4B4F-0D1F-41B6-AC06CFD8B220}"/>
              </a:ext>
            </a:extLst>
          </p:cNvPr>
          <p:cNvCxnSpPr>
            <a:cxnSpLocks/>
            <a:stCxn id="197" idx="5"/>
            <a:endCxn id="199" idx="1"/>
          </p:cNvCxnSpPr>
          <p:nvPr/>
        </p:nvCxnSpPr>
        <p:spPr>
          <a:xfrm flipV="1">
            <a:off x="4913105" y="2720589"/>
            <a:ext cx="684549" cy="88042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BA8707A-B123-045D-C137-A847008AEDF0}"/>
              </a:ext>
            </a:extLst>
          </p:cNvPr>
          <p:cNvCxnSpPr>
            <a:cxnSpLocks/>
            <a:stCxn id="197" idx="0"/>
            <a:endCxn id="5" idx="4"/>
          </p:cNvCxnSpPr>
          <p:nvPr/>
        </p:nvCxnSpPr>
        <p:spPr>
          <a:xfrm flipH="1" flipV="1">
            <a:off x="3777972" y="2670945"/>
            <a:ext cx="630964" cy="81392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A0A36EF-6322-3B39-8BD3-E730E518BB01}"/>
              </a:ext>
            </a:extLst>
          </p:cNvPr>
          <p:cNvCxnSpPr>
            <a:cxnSpLocks/>
            <a:stCxn id="199" idx="7"/>
            <a:endCxn id="408" idx="4"/>
          </p:cNvCxnSpPr>
          <p:nvPr/>
        </p:nvCxnSpPr>
        <p:spPr>
          <a:xfrm flipH="1" flipV="1">
            <a:off x="5726242" y="2043872"/>
            <a:ext cx="60487" cy="335429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874FB831-A7BA-8F67-30D4-610C131067E8}"/>
              </a:ext>
            </a:extLst>
          </p:cNvPr>
          <p:cNvCxnSpPr>
            <a:cxnSpLocks/>
            <a:stCxn id="202" idx="1"/>
            <a:endCxn id="280" idx="6"/>
          </p:cNvCxnSpPr>
          <p:nvPr/>
        </p:nvCxnSpPr>
        <p:spPr>
          <a:xfrm flipH="1">
            <a:off x="4392510" y="3941629"/>
            <a:ext cx="685713" cy="262421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5C41806C-8DE4-2623-F142-157E9D355222}"/>
              </a:ext>
            </a:extLst>
          </p:cNvPr>
          <p:cNvCxnSpPr>
            <a:cxnSpLocks/>
          </p:cNvCxnSpPr>
          <p:nvPr/>
        </p:nvCxnSpPr>
        <p:spPr>
          <a:xfrm>
            <a:off x="6235520" y="4647205"/>
            <a:ext cx="0" cy="301097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>
            <a:extLst>
              <a:ext uri="{FF2B5EF4-FFF2-40B4-BE49-F238E27FC236}">
                <a16:creationId xmlns:a16="http://schemas.microsoft.com/office/drawing/2014/main" id="{BE73DDD0-F9AA-5BFD-151B-C839294B6EB6}"/>
              </a:ext>
            </a:extLst>
          </p:cNvPr>
          <p:cNvSpPr>
            <a:spLocks noChangeAspect="1"/>
          </p:cNvSpPr>
          <p:nvPr/>
        </p:nvSpPr>
        <p:spPr>
          <a:xfrm rot="20850751">
            <a:off x="6583645" y="1590897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9F1860B7-61F5-7845-5570-69DB76367AD3}"/>
              </a:ext>
            </a:extLst>
          </p:cNvPr>
          <p:cNvCxnSpPr>
            <a:cxnSpLocks/>
            <a:stCxn id="215" idx="0"/>
          </p:cNvCxnSpPr>
          <p:nvPr/>
        </p:nvCxnSpPr>
        <p:spPr>
          <a:xfrm flipH="1" flipV="1">
            <a:off x="6641373" y="1066815"/>
            <a:ext cx="158845" cy="530571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6CAAAA80-D54E-C6F6-709D-A3B104EB04D9}"/>
              </a:ext>
            </a:extLst>
          </p:cNvPr>
          <p:cNvCxnSpPr>
            <a:cxnSpLocks/>
            <a:stCxn id="215" idx="2"/>
            <a:endCxn id="199" idx="6"/>
          </p:cNvCxnSpPr>
          <p:nvPr/>
        </p:nvCxnSpPr>
        <p:spPr>
          <a:xfrm flipH="1">
            <a:off x="5995563" y="1924871"/>
            <a:ext cx="594609" cy="477747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>
            <a:extLst>
              <a:ext uri="{FF2B5EF4-FFF2-40B4-BE49-F238E27FC236}">
                <a16:creationId xmlns:a16="http://schemas.microsoft.com/office/drawing/2014/main" id="{BDD503ED-4F84-3C20-0B06-EFE513804157}"/>
              </a:ext>
            </a:extLst>
          </p:cNvPr>
          <p:cNvSpPr>
            <a:spLocks noChangeAspect="1"/>
          </p:cNvSpPr>
          <p:nvPr/>
        </p:nvSpPr>
        <p:spPr>
          <a:xfrm rot="17939198">
            <a:off x="448965" y="2740457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F56645C2-7C95-DD7C-2C7D-35C761AE1F5D}"/>
              </a:ext>
            </a:extLst>
          </p:cNvPr>
          <p:cNvCxnSpPr>
            <a:cxnSpLocks/>
            <a:stCxn id="13" idx="7"/>
            <a:endCxn id="246" idx="3"/>
          </p:cNvCxnSpPr>
          <p:nvPr/>
        </p:nvCxnSpPr>
        <p:spPr>
          <a:xfrm flipH="1" flipV="1">
            <a:off x="799990" y="3279422"/>
            <a:ext cx="356955" cy="856169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AD7EA122-DDAE-4CCA-8080-2EE4CBEF5C21}"/>
              </a:ext>
            </a:extLst>
          </p:cNvPr>
          <p:cNvCxnSpPr>
            <a:cxnSpLocks/>
            <a:stCxn id="246" idx="7"/>
          </p:cNvCxnSpPr>
          <p:nvPr/>
        </p:nvCxnSpPr>
        <p:spPr>
          <a:xfrm flipH="1" flipV="1">
            <a:off x="251095" y="2356765"/>
            <a:ext cx="398620" cy="393367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8F9B6E7C-DBEF-FD18-A085-F707CA8AA525}"/>
              </a:ext>
            </a:extLst>
          </p:cNvPr>
          <p:cNvCxnSpPr>
            <a:cxnSpLocks/>
            <a:stCxn id="252" idx="2"/>
            <a:endCxn id="246" idx="4"/>
          </p:cNvCxnSpPr>
          <p:nvPr/>
        </p:nvCxnSpPr>
        <p:spPr>
          <a:xfrm flipH="1" flipV="1">
            <a:off x="964809" y="3147714"/>
            <a:ext cx="539564" cy="7370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Oval 251">
            <a:extLst>
              <a:ext uri="{FF2B5EF4-FFF2-40B4-BE49-F238E27FC236}">
                <a16:creationId xmlns:a16="http://schemas.microsoft.com/office/drawing/2014/main" id="{9E74F83D-B0D9-9560-3F2B-90EFB97CC5C1}"/>
              </a:ext>
            </a:extLst>
          </p:cNvPr>
          <p:cNvSpPr>
            <a:spLocks noChangeAspect="1"/>
          </p:cNvSpPr>
          <p:nvPr/>
        </p:nvSpPr>
        <p:spPr>
          <a:xfrm rot="20850751">
            <a:off x="1497846" y="2821110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10FDD863-35D0-EAAD-AE84-56FE99276F81}"/>
              </a:ext>
            </a:extLst>
          </p:cNvPr>
          <p:cNvCxnSpPr>
            <a:cxnSpLocks/>
            <a:stCxn id="252" idx="0"/>
            <a:endCxn id="10" idx="3"/>
          </p:cNvCxnSpPr>
          <p:nvPr/>
        </p:nvCxnSpPr>
        <p:spPr>
          <a:xfrm flipV="1">
            <a:off x="1714419" y="2114040"/>
            <a:ext cx="362955" cy="713559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6F83539B-E542-3FF2-78E3-8C46DE20831E}"/>
              </a:ext>
            </a:extLst>
          </p:cNvPr>
          <p:cNvCxnSpPr>
            <a:cxnSpLocks/>
            <a:stCxn id="202" idx="5"/>
            <a:endCxn id="263" idx="4"/>
          </p:cNvCxnSpPr>
          <p:nvPr/>
        </p:nvCxnSpPr>
        <p:spPr>
          <a:xfrm flipV="1">
            <a:off x="5606648" y="3312030"/>
            <a:ext cx="1089618" cy="476313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Oval 262">
            <a:extLst>
              <a:ext uri="{FF2B5EF4-FFF2-40B4-BE49-F238E27FC236}">
                <a16:creationId xmlns:a16="http://schemas.microsoft.com/office/drawing/2014/main" id="{BE487726-EFE5-B6F2-1602-19989AE75FB2}"/>
              </a:ext>
            </a:extLst>
          </p:cNvPr>
          <p:cNvSpPr>
            <a:spLocks noChangeAspect="1"/>
          </p:cNvSpPr>
          <p:nvPr/>
        </p:nvSpPr>
        <p:spPr>
          <a:xfrm rot="2418307">
            <a:off x="6597824" y="2828510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EEEC370D-96AE-5162-E5EC-800DF25E2156}"/>
              </a:ext>
            </a:extLst>
          </p:cNvPr>
          <p:cNvCxnSpPr>
            <a:cxnSpLocks/>
            <a:stCxn id="263" idx="1"/>
            <a:endCxn id="215" idx="4"/>
          </p:cNvCxnSpPr>
          <p:nvPr/>
        </p:nvCxnSpPr>
        <p:spPr>
          <a:xfrm flipV="1">
            <a:off x="6850414" y="2133047"/>
            <a:ext cx="68434" cy="695666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Oval 279">
            <a:extLst>
              <a:ext uri="{FF2B5EF4-FFF2-40B4-BE49-F238E27FC236}">
                <a16:creationId xmlns:a16="http://schemas.microsoft.com/office/drawing/2014/main" id="{D4526C95-47FD-BA31-D6EC-1B39398EBE7A}"/>
              </a:ext>
            </a:extLst>
          </p:cNvPr>
          <p:cNvSpPr>
            <a:spLocks noChangeAspect="1"/>
          </p:cNvSpPr>
          <p:nvPr/>
        </p:nvSpPr>
        <p:spPr>
          <a:xfrm rot="21106754">
            <a:off x="3843570" y="3969179"/>
            <a:ext cx="551775" cy="548640"/>
          </a:xfrm>
          <a:prstGeom prst="ellipse">
            <a:avLst/>
          </a:prstGeom>
          <a:solidFill>
            <a:srgbClr val="288BD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Oval 407">
            <a:extLst>
              <a:ext uri="{FF2B5EF4-FFF2-40B4-BE49-F238E27FC236}">
                <a16:creationId xmlns:a16="http://schemas.microsoft.com/office/drawing/2014/main" id="{F2D676BF-8C41-F97F-5D04-77C2E5041F73}"/>
              </a:ext>
            </a:extLst>
          </p:cNvPr>
          <p:cNvSpPr>
            <a:spLocks noChangeAspect="1"/>
          </p:cNvSpPr>
          <p:nvPr/>
        </p:nvSpPr>
        <p:spPr>
          <a:xfrm rot="20850751">
            <a:off x="5474840" y="1637259"/>
            <a:ext cx="413832" cy="411480"/>
          </a:xfrm>
          <a:prstGeom prst="ellipse">
            <a:avLst/>
          </a:prstGeom>
          <a:solidFill>
            <a:srgbClr val="EE553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CB161E59-0825-97D2-60B3-E587A6A8B65E}"/>
              </a:ext>
            </a:extLst>
          </p:cNvPr>
          <p:cNvCxnSpPr>
            <a:cxnSpLocks/>
            <a:stCxn id="199" idx="0"/>
            <a:endCxn id="412" idx="5"/>
          </p:cNvCxnSpPr>
          <p:nvPr/>
        </p:nvCxnSpPr>
        <p:spPr>
          <a:xfrm flipH="1" flipV="1">
            <a:off x="5308259" y="2371257"/>
            <a:ext cx="313651" cy="139752"/>
          </a:xfrm>
          <a:prstGeom prst="line">
            <a:avLst/>
          </a:prstGeom>
          <a:ln w="38100">
            <a:solidFill>
              <a:srgbClr val="173F5E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2" name="Oval 411">
            <a:extLst>
              <a:ext uri="{FF2B5EF4-FFF2-40B4-BE49-F238E27FC236}">
                <a16:creationId xmlns:a16="http://schemas.microsoft.com/office/drawing/2014/main" id="{0EE03B2B-3AE8-3D33-D56A-1F6110166A04}"/>
              </a:ext>
            </a:extLst>
          </p:cNvPr>
          <p:cNvSpPr>
            <a:spLocks noChangeAspect="1"/>
          </p:cNvSpPr>
          <p:nvPr/>
        </p:nvSpPr>
        <p:spPr>
          <a:xfrm rot="20850751">
            <a:off x="4927036" y="2055115"/>
            <a:ext cx="413832" cy="411480"/>
          </a:xfrm>
          <a:prstGeom prst="ellipse">
            <a:avLst/>
          </a:prstGeom>
          <a:solidFill>
            <a:srgbClr val="EE553B">
              <a:alpha val="60000"/>
            </a:srgbClr>
          </a:solidFill>
          <a:ln w="28575">
            <a:solidFill>
              <a:srgbClr val="173F5E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0" name="Straight Connector 499">
            <a:extLst>
              <a:ext uri="{FF2B5EF4-FFF2-40B4-BE49-F238E27FC236}">
                <a16:creationId xmlns:a16="http://schemas.microsoft.com/office/drawing/2014/main" id="{3A8DE8F2-B2D8-DFFD-F924-F58CA5F7CFF0}"/>
              </a:ext>
            </a:extLst>
          </p:cNvPr>
          <p:cNvCxnSpPr>
            <a:cxnSpLocks/>
            <a:stCxn id="263" idx="7"/>
          </p:cNvCxnSpPr>
          <p:nvPr/>
        </p:nvCxnSpPr>
        <p:spPr>
          <a:xfrm>
            <a:off x="7147956" y="3081093"/>
            <a:ext cx="853044" cy="0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B8697E5D-1D0F-97EC-6003-CC5D8D13E1BE}"/>
              </a:ext>
            </a:extLst>
          </p:cNvPr>
          <p:cNvCxnSpPr>
            <a:cxnSpLocks/>
            <a:stCxn id="280" idx="7"/>
            <a:endCxn id="197" idx="2"/>
          </p:cNvCxnSpPr>
          <p:nvPr/>
        </p:nvCxnSpPr>
        <p:spPr>
          <a:xfrm flipV="1">
            <a:off x="4284799" y="3126602"/>
            <a:ext cx="230397" cy="897022"/>
          </a:xfrm>
          <a:prstGeom prst="line">
            <a:avLst/>
          </a:prstGeom>
          <a:ln w="38100">
            <a:solidFill>
              <a:srgbClr val="173F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Oval 586">
            <a:extLst>
              <a:ext uri="{FF2B5EF4-FFF2-40B4-BE49-F238E27FC236}">
                <a16:creationId xmlns:a16="http://schemas.microsoft.com/office/drawing/2014/main" id="{FEED9C55-0966-96F8-8C7C-13CE0E01503E}"/>
              </a:ext>
            </a:extLst>
          </p:cNvPr>
          <p:cNvSpPr/>
          <p:nvPr/>
        </p:nvSpPr>
        <p:spPr>
          <a:xfrm rot="20886691">
            <a:off x="1174828" y="432288"/>
            <a:ext cx="1550308" cy="610852"/>
          </a:xfrm>
          <a:prstGeom prst="ellipse">
            <a:avLst/>
          </a:prstGeom>
          <a:noFill/>
          <a:ln w="57150">
            <a:solidFill>
              <a:srgbClr val="173F5E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5EDB13A3-3896-C8C6-90EF-477B01452E7D}"/>
              </a:ext>
            </a:extLst>
          </p:cNvPr>
          <p:cNvCxnSpPr>
            <a:cxnSpLocks/>
          </p:cNvCxnSpPr>
          <p:nvPr/>
        </p:nvCxnSpPr>
        <p:spPr>
          <a:xfrm flipV="1">
            <a:off x="2241773" y="900113"/>
            <a:ext cx="179165" cy="74663"/>
          </a:xfrm>
          <a:prstGeom prst="straightConnector1">
            <a:avLst/>
          </a:prstGeom>
          <a:ln w="57150">
            <a:solidFill>
              <a:srgbClr val="173F5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Oval 581">
            <a:extLst>
              <a:ext uri="{FF2B5EF4-FFF2-40B4-BE49-F238E27FC236}">
                <a16:creationId xmlns:a16="http://schemas.microsoft.com/office/drawing/2014/main" id="{2DFE00C8-14A1-1A34-2473-0A7F884BE5B1}"/>
              </a:ext>
            </a:extLst>
          </p:cNvPr>
          <p:cNvSpPr>
            <a:spLocks noChangeAspect="1"/>
          </p:cNvSpPr>
          <p:nvPr/>
        </p:nvSpPr>
        <p:spPr>
          <a:xfrm rot="20850751">
            <a:off x="1895533" y="867420"/>
            <a:ext cx="301518" cy="299804"/>
          </a:xfrm>
          <a:prstGeom prst="ellipse">
            <a:avLst/>
          </a:prstGeom>
          <a:solidFill>
            <a:srgbClr val="EE553B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A1AD4ED-8FE4-205F-A0FA-643F09F81097}"/>
              </a:ext>
            </a:extLst>
          </p:cNvPr>
          <p:cNvSpPr>
            <a:spLocks noChangeAspect="1"/>
          </p:cNvSpPr>
          <p:nvPr/>
        </p:nvSpPr>
        <p:spPr>
          <a:xfrm rot="20850751">
            <a:off x="6383256" y="655781"/>
            <a:ext cx="413832" cy="411480"/>
          </a:xfrm>
          <a:prstGeom prst="ellipse">
            <a:avLst/>
          </a:prstGeom>
          <a:solidFill>
            <a:schemeClr val="accent6"/>
          </a:solidFill>
          <a:ln w="28575">
            <a:solidFill>
              <a:srgbClr val="173F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5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Zhu</dc:creator>
  <cp:lastModifiedBy>Qianxu Wang</cp:lastModifiedBy>
  <cp:revision>12</cp:revision>
  <dcterms:created xsi:type="dcterms:W3CDTF">2025-04-25T20:16:55Z</dcterms:created>
  <dcterms:modified xsi:type="dcterms:W3CDTF">2025-07-18T14:50:41Z</dcterms:modified>
</cp:coreProperties>
</file>